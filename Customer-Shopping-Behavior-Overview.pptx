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756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—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of 3,900 purchases to uncover spending patterns, segments, product prefs, subscriptions.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98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54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9219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228478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Rows: 3,900 •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754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9219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2284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behavior, shipping, discounts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3437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6502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nulls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(Python)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Inspect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df.info(), .describe()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by category median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age_group, purchase_frequency_days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DB Load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354485"/>
            <a:ext cx="390294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Business Analysis — Key Questions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282520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gender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discount users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products by rating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type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654969"/>
            <a:ext cx="2628230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70861" y="1801490"/>
            <a:ext cx="2335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0861" y="2164705"/>
            <a:ext cx="23351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75,191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4339" y="2679799"/>
            <a:ext cx="2628230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0861" y="2826321"/>
            <a:ext cx="2335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70861" y="3189536"/>
            <a:ext cx="23351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157,890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24339" y="372234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Insight: Males generated higher revenue in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58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12330"/>
            <a:ext cx="1156246" cy="1445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544" y="2212330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29544" y="2518842"/>
            <a:ext cx="2653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3.86 • Sandals 3.84 • Boots 3.82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2212330"/>
            <a:ext cx="1156320" cy="1445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94053" y="2212330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94053" y="2518842"/>
            <a:ext cx="2653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50% • Sneakers 49.66% • Coat 49.07% • Sweater 48.17% • Pants 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26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 &amp; Loyalty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8912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2066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2717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 3,116 • Returning 701 • New 83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228912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2066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2717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buyers: 958 subscribe vs 2,518 non-subscribers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228912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2066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2717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Yes: 1,053 customers • Avg spend $59.49 • Revenue 62,645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94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Sales by Category / Age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1482"/>
            <a:ext cx="4752677" cy="161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Category: Clothing ~100K • Accessories ~60K • Footwear ~30K • Outerwear ~10K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by Category: Clothing ~1,800 • Accessories ~1,200 • Footwear ~600 • Outerwear ~300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Age Group: Young Adult 62,143 • Middle-aged 59,197 • Adult 55,978 • Senior 55,763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2034480"/>
            <a:ext cx="3053135" cy="1730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12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Snapshot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06289"/>
            <a:ext cx="5177582" cy="2786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495476"/>
            <a:ext cx="262823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metrics: 3.9K customers • $59.76 avg purchase • 3.75 avg rating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split: Yes 27% • No 73%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26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19151"/>
            <a:ext cx="262272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886471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419151"/>
            <a:ext cx="262272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1886471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loyalty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419151"/>
            <a:ext cx="262272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1886471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acquisition with margins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42667"/>
            <a:ext cx="2622724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2803475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10998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642667"/>
            <a:ext cx="2622724" cy="1081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2803475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10998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96119" y="3883893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F7EDD4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4084662"/>
            <a:ext cx="177180" cy="1417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56816" y="406107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 accent: #B88E23 used for emphasis throughout.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360</Words>
  <Application>Microsoft Office PowerPoint</Application>
  <PresentationFormat>On-screen Show (16:9)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 Light</vt:lpstr>
      <vt:lpstr>DM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kasthuri</dc:creator>
  <cp:lastModifiedBy>kasthuri g</cp:lastModifiedBy>
  <cp:revision>1</cp:revision>
  <dcterms:created xsi:type="dcterms:W3CDTF">2026-07-07T08:35:55Z</dcterms:created>
  <dcterms:modified xsi:type="dcterms:W3CDTF">2026-07-07T08:38:30Z</dcterms:modified>
</cp:coreProperties>
</file>